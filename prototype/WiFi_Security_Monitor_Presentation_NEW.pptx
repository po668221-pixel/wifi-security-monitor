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365760"/>
            <a:ext cx="2743200" cy="4389120"/>
          </a:xfrm>
          <a:prstGeom prst="oval">
            <a:avLst/>
          </a:prstGeom>
          <a:solidFill>
            <a:srgbClr val="003344">
              <a:alpha val="40000"/>
            </a:srgbClr>
          </a:solidFill>
          <a:ln w="12700">
            <a:solidFill>
              <a:srgbClr val="0033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731520"/>
            <a:ext cx="1463040" cy="2926080"/>
          </a:xfrm>
          <a:prstGeom prst="rect">
            <a:avLst/>
          </a:prstGeom>
          <a:solidFill>
            <a:srgbClr val="00E5FF">
              <a:alpha val="12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731520"/>
            <a:ext cx="1463040" cy="2926080"/>
          </a:xfrm>
          <a:prstGeom prst="rect">
            <a:avLst/>
          </a:prstGeom>
          <a:solidFill>
            <a:srgbClr val="1A2235">
              <a:alpha val="80000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10058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</a:t>
            </a:r>
            <a:endParaRPr lang="en-US" sz="5200" dirty="0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8346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Security Monitor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274320" y="35661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WiFi Bodyguard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74320" y="40233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Network Security Tool  —  Project Demo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502920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WiFi Security Monitor  | 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Tool Do?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5029200" cy="3474720"/>
          </a:xfrm>
          <a:prstGeom prst="rect">
            <a:avLst/>
          </a:prstGeom>
          <a:solidFill>
            <a:srgbClr val="1A2235"/>
          </a:solidFill>
          <a:ln w="1524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this...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WiFi is like your house.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is a security guard </a:t>
            </a:r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at the front door 24/7.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watches every device that connects to your WiFi.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someone suspicious tries to get in — it rings an alarm and tells you exactly what is happening.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kick them out yourself, or let the tool do it automatically.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005840"/>
            <a:ext cx="3246120" cy="868680"/>
          </a:xfrm>
          <a:prstGeom prst="rect">
            <a:avLst/>
          </a:prstGeom>
          <a:solidFill>
            <a:srgbClr val="111827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0" y="109728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👀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63640" y="1188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All Traffic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2148840"/>
            <a:ext cx="3246120" cy="868680"/>
          </a:xfrm>
          <a:prstGeom prst="rect">
            <a:avLst/>
          </a:prstGeom>
          <a:solidFill>
            <a:srgbClr val="111827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224028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6364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Instant Alarms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77840" y="3291840"/>
            <a:ext cx="3246120" cy="868680"/>
          </a:xfrm>
          <a:prstGeom prst="rect">
            <a:avLst/>
          </a:prstGeom>
          <a:solidFill>
            <a:srgbClr val="111827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338328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3474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Attackers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Has 3 Pages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3794760"/>
          </a:xfrm>
          <a:prstGeom prst="rect">
            <a:avLst/>
          </a:prstGeom>
          <a:solidFill>
            <a:srgbClr val="1A2235"/>
          </a:solidFill>
          <a:ln w="3175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main control room.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everything at a glance — threat level, live alerts, attack charts, and targeted devices.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97480" cy="3794760"/>
          </a:xfrm>
          <a:prstGeom prst="rect">
            <a:avLst/>
          </a:prstGeom>
          <a:solidFill>
            <a:srgbClr val="1A2235"/>
          </a:solidFill>
          <a:ln w="3175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697480" cy="502920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9875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2029968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suspicious event logged here.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severity, type, or status. Click any alert for full details and one-click block.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697480" cy="3794760"/>
          </a:xfrm>
          <a:prstGeom prst="rect">
            <a:avLst/>
          </a:prstGeom>
          <a:solidFill>
            <a:srgbClr val="1A2235"/>
          </a:solidFill>
          <a:ln w="317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960120"/>
            <a:ext cx="2697480" cy="50292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9875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72200" y="1554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2029968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on your WiFi listed here.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Unblock, or Whitelist any device. See alert history per device.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Navigation Bar — Always At The Top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Monitor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40280" y="1024128"/>
            <a:ext cx="1188720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024128"/>
            <a:ext cx="118872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 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024128"/>
            <a:ext cx="118872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051560"/>
            <a:ext cx="132588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0698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Auto-Block: OFF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55280" y="1161288"/>
            <a:ext cx="118872" cy="118872"/>
          </a:xfrm>
          <a:prstGeom prst="oval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11247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25880" y="1645920"/>
            <a:ext cx="0" cy="228600"/>
          </a:xfrm>
          <a:prstGeom prst="line">
            <a:avLst/>
          </a:prstGeom>
          <a:noFill/>
          <a:ln w="12700">
            <a:solidFill>
              <a:srgbClr val="00E5FF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" y="1920240"/>
            <a:ext cx="1737360" cy="1371600"/>
          </a:xfrm>
          <a:prstGeom prst="rect">
            <a:avLst/>
          </a:prstGeom>
          <a:solidFill>
            <a:srgbClr val="1A2235"/>
          </a:solidFill>
          <a:ln w="1524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2304288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name in cyan — always visible top-left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69080" y="1645920"/>
            <a:ext cx="0" cy="2286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194560" y="1920240"/>
            <a:ext cx="3749040" cy="1371600"/>
          </a:xfrm>
          <a:prstGeom prst="rect">
            <a:avLst/>
          </a:prstGeom>
          <a:solidFill>
            <a:srgbClr val="1A2235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4028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Links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40280" y="230428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switch between Dashboard, Alerts &amp; Devices pages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063740" y="1645920"/>
            <a:ext cx="0" cy="228600"/>
          </a:xfrm>
          <a:prstGeom prst="line">
            <a:avLst/>
          </a:prstGeom>
          <a:noFill/>
          <a:ln w="12700">
            <a:solidFill>
              <a:srgbClr val="F9731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355080" y="1920240"/>
            <a:ext cx="1417320" cy="1371600"/>
          </a:xfrm>
          <a:prstGeom prst="rect">
            <a:avLst/>
          </a:prstGeom>
          <a:solidFill>
            <a:srgbClr val="1A2235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19933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 Toggle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30428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= OFF (manual mode). Click to turn RED = ON (auto mode)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75320" y="1645920"/>
            <a:ext cx="0" cy="228600"/>
          </a:xfrm>
          <a:prstGeom prst="line">
            <a:avLst/>
          </a:prstGeom>
          <a:noFill/>
          <a:ln w="12700">
            <a:solidFill>
              <a:srgbClr val="22C55E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7818120" y="1920240"/>
            <a:ext cx="914400" cy="1371600"/>
          </a:xfrm>
          <a:prstGeom prst="rect">
            <a:avLst/>
          </a:prstGeom>
          <a:solidFill>
            <a:srgbClr val="1A2235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63840" y="1993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0" y="230428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 = monitoring. Red = disconnected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8328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  = unread alert count (red badge)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Your Control Room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1828800"/>
          </a:xfrm>
          <a:prstGeom prst="rect">
            <a:avLst/>
          </a:prstGeom>
          <a:solidFill>
            <a:srgbClr val="1A2235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554480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number cards at the top: total unacknowledged alerts + counts for Critical, High &amp; Medium in the last 60 minutes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97480" cy="1828800"/>
          </a:xfrm>
          <a:prstGeom prst="rect">
            <a:avLst/>
          </a:prstGeom>
          <a:solidFill>
            <a:srgbClr val="1A2235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9476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Meter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554480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gauge 0–100. Green = safe. Orange = elevated. Red = danger. Currently showing 65 = ELEVATED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697480" cy="1828800"/>
          </a:xfrm>
          <a:prstGeom prst="rect">
            <a:avLst/>
          </a:prstGeom>
          <a:solidFill>
            <a:srgbClr val="1A2235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Rate Chart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0488" y="1554480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showing attacks per 5-minute window across the last hour. Bars colored red/orange/blue by severity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2697480" cy="1828800"/>
          </a:xfrm>
          <a:prstGeom prst="rect">
            <a:avLst/>
          </a:prstGeom>
          <a:solidFill>
            <a:srgbClr val="1A2235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566160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ticker of new alerts as they happen — like a news feed for your WiFi security, newest at top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697480" cy="1828800"/>
          </a:xfrm>
          <a:prstGeom prst="rect">
            <a:avLst/>
          </a:prstGeom>
          <a:solidFill>
            <a:srgbClr val="1A2235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🍩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9476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 Chart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566160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showing breakdown of attack types — Evil Twin, ARP Spoof, Deauth, Port Scan — and their counts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2971800"/>
            <a:ext cx="2697480" cy="1828800"/>
          </a:xfrm>
          <a:prstGeom prst="rect">
            <a:avLst/>
          </a:prstGeom>
          <a:solidFill>
            <a:srgbClr val="1A2235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7512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Targeted Devices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0488" y="3566160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which devices on your network received the most alerts — shown with progress bars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Page — Every Threat, Logged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3840480"/>
          </a:xfrm>
          <a:prstGeom prst="rect">
            <a:avLst/>
          </a:prstGeom>
          <a:solidFill>
            <a:srgbClr val="1A2235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33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Filter Bar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rows of pill buttons to filter the alert list: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52728" y="1737360"/>
            <a:ext cx="658368" cy="246888"/>
          </a:xfrm>
          <a:prstGeom prst="rect">
            <a:avLst/>
          </a:prstGeom>
          <a:solidFill>
            <a:srgbClr val="0A182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17373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965960" y="1737360"/>
            <a:ext cx="658368" cy="2468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7373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679192" y="1737360"/>
            <a:ext cx="658368" cy="2468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17373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92424" y="1737360"/>
            <a:ext cx="658368" cy="2468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2424" y="17373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02920" y="2423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52728" y="2423160"/>
            <a:ext cx="658368" cy="246888"/>
          </a:xfrm>
          <a:prstGeom prst="rect">
            <a:avLst/>
          </a:prstGeom>
          <a:solidFill>
            <a:srgbClr val="0A182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2728" y="24231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965960" y="2423160"/>
            <a:ext cx="658368" cy="2468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24231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SPOOF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679192" y="2423160"/>
            <a:ext cx="658368" cy="2468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192" y="24231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DEAUTH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392424" y="2423160"/>
            <a:ext cx="658368" cy="2468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2424" y="24231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EVIL TWIN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02920" y="3108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52728" y="3108960"/>
            <a:ext cx="658368" cy="246888"/>
          </a:xfrm>
          <a:prstGeom prst="rect">
            <a:avLst/>
          </a:prstGeom>
          <a:solidFill>
            <a:srgbClr val="0A182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52728" y="31089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965960" y="3108960"/>
            <a:ext cx="658368" cy="2468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65960" y="31089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UNACKED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679192" y="3108960"/>
            <a:ext cx="658368" cy="2468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79192" y="310896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0292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pill to instantly filter the alert list below.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alert ROW to open the full detail drawer 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960120"/>
            <a:ext cx="4160520" cy="3840480"/>
          </a:xfrm>
          <a:prstGeom prst="rect">
            <a:avLst/>
          </a:prstGeom>
          <a:solidFill>
            <a:srgbClr val="1A2235"/>
          </a:solidFill>
          <a:ln w="1524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006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Alert Table — one row per threat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1399032"/>
            <a:ext cx="416052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4264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   TYPE           TIME     DEVICE     ACTION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1737360"/>
            <a:ext cx="4160520" cy="502920"/>
          </a:xfrm>
          <a:prstGeom prst="rect">
            <a:avLst/>
          </a:prstGeom>
          <a:solidFill>
            <a:srgbClr val="0D152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1801368"/>
            <a:ext cx="457200" cy="256032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801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257800" y="1810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Evil Twin AP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82512" y="18105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ago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40880" y="1810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johns-laptop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092440" y="1828800"/>
            <a:ext cx="59436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92440" y="18288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754880" y="2322576"/>
            <a:ext cx="457200" cy="256032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322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257800" y="2331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Spoofing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82512" y="2331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 ago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040880" y="2331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johns-laptop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092440" y="2350008"/>
            <a:ext cx="59436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92440" y="23500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663440" y="2779776"/>
            <a:ext cx="4160520" cy="502920"/>
          </a:xfrm>
          <a:prstGeom prst="rect">
            <a:avLst/>
          </a:prstGeom>
          <a:solidFill>
            <a:srgbClr val="0D152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2843784"/>
            <a:ext cx="457200" cy="256032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28437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257800" y="2852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Deauth Flood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382512" y="28529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31m ago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040880" y="2852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aa:bb:..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092440" y="2871216"/>
            <a:ext cx="59436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92440" y="28712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754880" y="3364992"/>
            <a:ext cx="457200" cy="256032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33649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257800" y="33741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382512" y="33741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47m ago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040880" y="33741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192.168.1.55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001000" y="33924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Drawer — Full Details on Any Alert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alert row and a panel slides in from the right side of the screen.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206240" cy="3657600"/>
          </a:xfrm>
          <a:prstGeom prst="rect">
            <a:avLst/>
          </a:prstGeom>
          <a:solidFill>
            <a:srgbClr val="1A2235"/>
          </a:solidFill>
          <a:ln w="1524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35024"/>
            <a:ext cx="246888" cy="24688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3502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298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&amp; Type Badges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labels at the top showing Critical/High/Medium and the attack type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246888" cy="246888"/>
          </a:xfrm>
          <a:prstGeom prst="oval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9280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1856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Device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1122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Hostname, IP, MAC address, vendor, first seen &amp; last seen times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50592"/>
            <a:ext cx="246888" cy="246888"/>
          </a:xfrm>
          <a:prstGeom prst="oval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505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4140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Context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6700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alert message text + unique alert ID code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008376"/>
            <a:ext cx="246888" cy="246888"/>
          </a:xfrm>
          <a:prstGeom prst="oval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083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2971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Brief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2278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explanation of what the attack is and why it is dangerous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246888" cy="246888"/>
          </a:xfrm>
          <a:prstGeom prst="oval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661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3529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Steps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37856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list of exactly what you should do to fix the problem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123944"/>
            <a:ext cx="246888" cy="246888"/>
          </a:xfrm>
          <a:prstGeom prst="oval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12394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40873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Ref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43434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security standard code for this attack type (e.g. T1557)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1188720"/>
            <a:ext cx="4114800" cy="3657600"/>
          </a:xfrm>
          <a:prstGeom prst="rect">
            <a:avLst/>
          </a:prstGeom>
          <a:solidFill>
            <a:srgbClr val="1A2235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12618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Buttons at the Bottom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1691640"/>
            <a:ext cx="3749040" cy="868680"/>
          </a:xfrm>
          <a:prstGeom prst="rect">
            <a:avLst/>
          </a:prstGeom>
          <a:solidFill>
            <a:srgbClr val="1A2235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914400"/>
            <a:ext cx="1280160" cy="320040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17099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20391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 alert as seen and handled. The row fades out in the table. Use this once you have reviewed the alert.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2715768"/>
            <a:ext cx="3749040" cy="868680"/>
          </a:xfrm>
          <a:prstGeom prst="rect">
            <a:avLst/>
          </a:prstGeom>
          <a:solidFill>
            <a:srgbClr val="1A2235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914400"/>
            <a:ext cx="1280160" cy="32004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27340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Device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30632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blocks the suspected device from your network with a single click. Red button — use when you are sure it is an attacker.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3739896"/>
            <a:ext cx="3749040" cy="868680"/>
          </a:xfrm>
          <a:prstGeom prst="rect">
            <a:avLst/>
          </a:prstGeom>
          <a:solidFill>
            <a:srgbClr val="1A2235"/>
          </a:solidFill>
          <a:ln w="25400">
            <a:solidFill>
              <a:srgbClr val="4B55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914400"/>
            <a:ext cx="1280160" cy="320040"/>
          </a:xfrm>
          <a:prstGeom prst="rect">
            <a:avLst/>
          </a:prstGeom>
          <a:solidFill>
            <a:srgbClr val="4B5563">
              <a:alpha val="30000"/>
            </a:srgbClr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3758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JSON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408736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the raw technical data of this alert. Useful for sharing with a network administrator or for logging.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Page — Know Every Device On Your WiFi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3840480"/>
          </a:xfrm>
          <a:prstGeom prst="rect">
            <a:avLst/>
          </a:prstGeom>
          <a:solidFill>
            <a:srgbClr val="1A2235"/>
          </a:solidFill>
          <a:ln w="1524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332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on this page: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46888" cy="246888"/>
          </a:xfrm>
          <a:prstGeom prst="oval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Grid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169164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for every device connected to your WiFi network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246888" cy="246888"/>
          </a:xfrm>
          <a:prstGeom prst="oval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677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5528" y="22219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Info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" y="249631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/ IP / MAC address / Vendor / Last seen time / Alert count badges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246888" cy="246888"/>
          </a:xfrm>
          <a:prstGeom prst="oval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72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30266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Pills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" y="330098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'Active' = online now.  Red 'Blocked' = blocked.  Green 'Whitelisted' = trusted device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246888" cy="246888"/>
          </a:xfrm>
          <a:prstGeom prst="oval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770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" y="38313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Timeline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" y="410565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button on each card — shows a visual history of when alerts occurred for that device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960120"/>
            <a:ext cx="4114800" cy="3840480"/>
          </a:xfrm>
          <a:prstGeom prst="rect">
            <a:avLst/>
          </a:prstGeom>
          <a:solidFill>
            <a:srgbClr val="1A2235"/>
          </a:solidFill>
          <a:ln w="1524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0241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Device Card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371600"/>
            <a:ext cx="3657600" cy="2286000"/>
          </a:xfrm>
          <a:prstGeom prst="rect">
            <a:avLst/>
          </a:prstGeom>
          <a:solidFill>
            <a:srgbClr val="111827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johns-laptop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2320" y="1481328"/>
            <a:ext cx="731520" cy="201168"/>
          </a:xfrm>
          <a:prstGeom prst="rect">
            <a:avLst/>
          </a:prstGeom>
          <a:solidFill>
            <a:srgbClr val="003344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14813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83480" y="1737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aa:bb:cc:dd:ee:ff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83480" y="1965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      192.168.1.10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3480" y="21762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 Apple, Inc.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83480" y="23865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seen  2 min ago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83480" y="2633472"/>
            <a:ext cx="640080" cy="201168"/>
          </a:xfrm>
          <a:prstGeom prst="rect">
            <a:avLst/>
          </a:prstGeom>
          <a:solidFill>
            <a:srgbClr val="2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633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 ×1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687568" y="2633472"/>
            <a:ext cx="640080" cy="201168"/>
          </a:xfrm>
          <a:prstGeom prst="rect">
            <a:avLst/>
          </a:prstGeom>
          <a:solidFill>
            <a:srgbClr val="2A12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2633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×2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846320" y="2971800"/>
            <a:ext cx="1170432" cy="320040"/>
          </a:xfrm>
          <a:prstGeom prst="rect">
            <a:avLst/>
          </a:prstGeom>
          <a:solidFill>
            <a:srgbClr val="18050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9718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89904" y="2971800"/>
            <a:ext cx="1170432" cy="320040"/>
          </a:xfrm>
          <a:prstGeom prst="rect">
            <a:avLst/>
          </a:prstGeom>
          <a:solidFill>
            <a:srgbClr val="050F0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9904" y="29718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364992"/>
            <a:ext cx="3657600" cy="2286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364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Show timeline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Action Buttons on Every Device Card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3840480"/>
          </a:xfrm>
          <a:prstGeom prst="rect">
            <a:avLst/>
          </a:prstGeom>
          <a:solidFill>
            <a:srgbClr val="180505"/>
          </a:solidFill>
          <a:ln w="317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59436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BLOCK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664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Someone 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029968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pressing a big red button to lock a suspicious person out of your WiFi house instantly.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gets a red border and 'Blocked' label. They cannot send or receive any data on your network.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657600"/>
            <a:ext cx="25146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94176"/>
            <a:ext cx="2423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You see an unknown or suspicious device and want to remove it immediately.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697480" cy="3840480"/>
          </a:xfrm>
          <a:prstGeom prst="rect">
            <a:avLst/>
          </a:prstGeom>
          <a:solidFill>
            <a:srgbClr val="180D00"/>
          </a:solidFill>
          <a:ln w="3175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60120"/>
            <a:ext cx="2697480" cy="594360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05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UNBLOCK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1664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Them Back 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2029968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blocked someone by mistake — maybe your own phone — click Unblock to restore their access.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border disappears and the device is restored to normal status.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3657600"/>
            <a:ext cx="25146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694176"/>
            <a:ext cx="2423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You blocked a device that turned out to be safe or your own.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0760" y="960120"/>
            <a:ext cx="2697480" cy="3840480"/>
          </a:xfrm>
          <a:prstGeom prst="rect">
            <a:avLst/>
          </a:prstGeom>
          <a:solidFill>
            <a:srgbClr val="050F08"/>
          </a:solidFill>
          <a:ln w="317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960120"/>
            <a:ext cx="2697480" cy="594360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005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WHITELIST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90488" y="1664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Trusted Forever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90488" y="2029968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tells the system: 'I fully trust this device.'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Auto-Block mode is ON, whitelisted devices will NEVER be automatically blocked. Perfect for your own phone, laptop, smart TV.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657600"/>
            <a:ext cx="25146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694176"/>
            <a:ext cx="2423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Your own devices — phone, laptop, tablet, smart TV, printer.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 — Your Security Guard That Never Sleeps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3291840"/>
          </a:xfrm>
          <a:prstGeom prst="rect">
            <a:avLst/>
          </a:prstGeom>
          <a:solidFill>
            <a:srgbClr val="1A2235"/>
          </a:solidFill>
          <a:ln w="1524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024128"/>
            <a:ext cx="1828800" cy="384048"/>
          </a:xfrm>
          <a:prstGeom prst="rect">
            <a:avLst/>
          </a:prstGeom>
          <a:solidFill>
            <a:srgbClr val="111827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Auto-Block: OFF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0881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personally watch the Alerts page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 a threat, you click 'Block Device' in the alert drawer or on the device card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you are sitting at your desk and want full control over every decision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waits for your action — nothing happens automatically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114800" cy="3291840"/>
          </a:xfrm>
          <a:prstGeom prst="rect">
            <a:avLst/>
          </a:prstGeom>
          <a:solidFill>
            <a:srgbClr val="1A2235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024128"/>
            <a:ext cx="1920240" cy="384048"/>
          </a:xfrm>
          <a:prstGeom prst="rect">
            <a:avLst/>
          </a:prstGeom>
          <a:solidFill>
            <a:srgbClr val="2A0505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024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AUTO-BLOCK: 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10881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stepping away from the screen or going out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0665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the navbar button to ON — it turns 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5786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AUTOMATICALLY blocks any Critical or High threat the moment it is detected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09067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back later, review what was blocked on the Devices page, and unblock any mistakes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389120"/>
            <a:ext cx="8503920" cy="475488"/>
          </a:xfrm>
          <a:prstGeom prst="rect">
            <a:avLst/>
          </a:prstGeom>
          <a:solidFill>
            <a:srgbClr val="050F0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165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Safety Net:  Whitelisted devices are NEVER auto-blocked — so your own phone, laptop, and TV always stay safe.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of WiFi Attacks This Tool Detects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1901952"/>
          </a:xfrm>
          <a:prstGeom prst="rect">
            <a:avLst/>
          </a:prstGeom>
          <a:solidFill>
            <a:srgbClr val="180505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206240" cy="457200"/>
          </a:xfrm>
          <a:prstGeom prst="rect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966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Evil Twin 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20440" y="1051560"/>
            <a:ext cx="868680" cy="256032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0515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490472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hacker sets up a fake WiFi hotspot with the exact same name as yours. Your devices accidentally connect to the fake one. The hacker can then see everything you do online — passwords, messages, bank logins.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206240" cy="1901952"/>
          </a:xfrm>
          <a:prstGeom prst="rect">
            <a:avLst/>
          </a:prstGeom>
          <a:solidFill>
            <a:srgbClr val="180D00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4206240" cy="457200"/>
          </a:xfrm>
          <a:prstGeom prst="rect">
            <a:avLst/>
          </a:prstGeom>
          <a:solidFill>
            <a:srgbClr val="F97316">
              <a:alpha val="2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966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ARP Spoofing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1051560"/>
            <a:ext cx="868680" cy="256032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0515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92040" y="1490472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hacker tricks your router into thinking their device is your phone. All your internet traffic gets routed through the hacker's machine first — a classic man-in-the-middle attack.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206240" cy="1901952"/>
          </a:xfrm>
          <a:prstGeom prst="rect">
            <a:avLst/>
          </a:prstGeom>
          <a:solidFill>
            <a:srgbClr val="050A18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206240" cy="457200"/>
          </a:xfrm>
          <a:prstGeom prst="rect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083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Port Scan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520440" y="3063240"/>
            <a:ext cx="868680" cy="256032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0632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502152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is 'knocking on every door' of your network to see which ones are unlocked. This is reconnaissance — hackers do this before deciding which device to attack next.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206240" cy="1901952"/>
          </a:xfrm>
          <a:prstGeom prst="rect">
            <a:avLst/>
          </a:prstGeom>
          <a:solidFill>
            <a:srgbClr val="180D00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206240" cy="457200"/>
          </a:xfrm>
          <a:prstGeom prst="rect">
            <a:avLst/>
          </a:prstGeom>
          <a:solidFill>
            <a:srgbClr val="F97316">
              <a:alpha val="2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083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Deauth Flood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55280" y="3063240"/>
            <a:ext cx="868680" cy="256032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30632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92040" y="3502152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hacker blasts thousands of fake 'disconnect' commands at your router, kicking all your devices off the WiFi. This is often the first step before setting up an Evil Twin.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Step By Step When an Attack is Detected?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33272"/>
            <a:ext cx="320040" cy="320040"/>
          </a:xfrm>
          <a:prstGeom prst="oval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33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9601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Monitor watches all network traffic — 24 hours a day, 7 days a week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" y="1353312"/>
            <a:ext cx="0" cy="393192"/>
          </a:xfrm>
          <a:prstGeom prst="line">
            <a:avLst/>
          </a:prstGeom>
          <a:noFill/>
          <a:ln w="19050">
            <a:solidFill>
              <a:srgbClr val="00E5F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20040" y="1819656"/>
            <a:ext cx="320040" cy="320040"/>
          </a:xfrm>
          <a:prstGeom prst="oval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19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74650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spots suspicious activity (e.g. ARP Spoof, Evil Twin, Port Scan)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" y="2139696"/>
            <a:ext cx="0" cy="393192"/>
          </a:xfrm>
          <a:prstGeom prst="line">
            <a:avLst/>
          </a:prstGeom>
          <a:noFill/>
          <a:ln w="19050">
            <a:solidFill>
              <a:srgbClr val="00E5F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20040" y="2606040"/>
            <a:ext cx="320040" cy="320040"/>
          </a:xfrm>
          <a:prstGeom prst="oval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53288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is created and assigned a severity — Critical, High, or Medium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" y="2926080"/>
            <a:ext cx="0" cy="393192"/>
          </a:xfrm>
          <a:prstGeom prst="line">
            <a:avLst/>
          </a:prstGeom>
          <a:noFill/>
          <a:ln w="19050">
            <a:solidFill>
              <a:srgbClr val="F9731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0040" y="3392424"/>
            <a:ext cx="320040" cy="320040"/>
          </a:xfrm>
          <a:prstGeom prst="oval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31927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appears instantly in the Live Feed on the Dashboard page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" y="3712464"/>
            <a:ext cx="0" cy="393192"/>
          </a:xfrm>
          <a:prstGeom prst="line">
            <a:avLst/>
          </a:prstGeom>
          <a:noFill/>
          <a:ln w="19050">
            <a:solidFill>
              <a:srgbClr val="F9731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20040" y="4178808"/>
            <a:ext cx="320040" cy="320040"/>
          </a:xfrm>
          <a:prstGeom prst="oval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78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105656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is fully logged in the Alerts page with all details and response steps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1033272"/>
            <a:ext cx="320040" cy="320040"/>
          </a:xfrm>
          <a:prstGeom prst="oval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033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9601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notification is sent — email, Slack message, or Telegram alert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52060" y="1353312"/>
            <a:ext cx="0" cy="393192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892040" y="1819656"/>
            <a:ext cx="320040" cy="320040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819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174650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Auto-Block is ON → the device is blocked automatically, no action needed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52060" y="2139696"/>
            <a:ext cx="0" cy="393192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892040" y="2606040"/>
            <a:ext cx="320040" cy="320040"/>
          </a:xfrm>
          <a:prstGeom prst="oval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253288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Auto-Block is OFF → you click 'Block Device' in the alert drawer yourself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52060" y="2926080"/>
            <a:ext cx="0" cy="393192"/>
          </a:xfrm>
          <a:prstGeom prst="line">
            <a:avLst/>
          </a:prstGeom>
          <a:noFill/>
          <a:ln w="19050">
            <a:solidFill>
              <a:srgbClr val="22C55E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3392424"/>
            <a:ext cx="320040" cy="320040"/>
          </a:xfrm>
          <a:prstGeom prst="oval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0" y="331927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blocked devices anytime on the Devices page — unblock if needed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52060" y="3712464"/>
            <a:ext cx="0" cy="393192"/>
          </a:xfrm>
          <a:prstGeom prst="line">
            <a:avLst/>
          </a:prstGeom>
          <a:noFill/>
          <a:ln w="19050">
            <a:solidFill>
              <a:srgbClr val="22C55E"/>
            </a:solidFill>
            <a:prstDash val="dash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Fix Problems Automatically, or Just Tell You?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3474720"/>
          </a:xfrm>
          <a:prstGeom prst="rect">
            <a:avLst/>
          </a:prstGeom>
          <a:solidFill>
            <a:srgbClr val="1A2235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33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AUTOMATICALLY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01168" cy="201168"/>
          </a:xfrm>
          <a:prstGeom prst="oval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95528" y="1508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attacks in real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201168" cy="201168"/>
          </a:xfrm>
          <a:prstGeom prst="oval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03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5528" y="2057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alert with full details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201168" cy="201168"/>
          </a:xfrm>
          <a:prstGeom prst="oval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51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95528" y="26060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notifications (email, Slack, Telegram)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201168" cy="201168"/>
          </a:xfrm>
          <a:prstGeom prst="oval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00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5528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Auto-blocks attackers (when Auto-Block is 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201168" cy="201168"/>
          </a:xfrm>
          <a:prstGeom prst="oval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5528" y="3703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full record of blocked devices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4114800" cy="3474720"/>
          </a:xfrm>
          <a:prstGeom prst="rect">
            <a:avLst/>
          </a:prstGeom>
          <a:solidFill>
            <a:srgbClr val="1A2235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1033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Still Do MANUALLY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1554480"/>
            <a:ext cx="201168" cy="201168"/>
          </a:xfrm>
          <a:prstGeom prst="oval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554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84648" y="1508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alerts and judge severity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2103120"/>
            <a:ext cx="201168" cy="201168"/>
          </a:xfrm>
          <a:prstGeom prst="oval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103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84648" y="2057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 devices if auto-block made a mistake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2651760"/>
            <a:ext cx="201168" cy="201168"/>
          </a:xfrm>
          <a:prstGeom prst="oval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651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84648" y="26060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your trusted personal devices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3200400"/>
            <a:ext cx="201168" cy="201168"/>
          </a:xfrm>
          <a:prstGeom prst="oval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200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84648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WiFi password after an attack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3749040"/>
            <a:ext cx="201168" cy="201168"/>
          </a:xfrm>
          <a:prstGeom prst="oval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84648" y="3703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internet provider if needed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4553712"/>
            <a:ext cx="850392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5811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is your security guard — it detects and blocks.  You are the building manager — you make the final calls.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 — 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807208" cy="3886200"/>
          </a:xfrm>
          <a:prstGeom prst="rect">
            <a:avLst/>
          </a:prstGeom>
          <a:solidFill>
            <a:srgbClr val="1A2235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807208" cy="438912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" y="1508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719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API framework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0391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039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249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WiFi packet capture engine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25694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569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779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alerts and device records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" y="30998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099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3101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sent to the browser instantly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9768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630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840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workers for notifications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4160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🧠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3708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LSTM anomaly detection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64408" y="960120"/>
            <a:ext cx="2807208" cy="3886200"/>
          </a:xfrm>
          <a:prstGeom prst="rect">
            <a:avLst/>
          </a:prstGeom>
          <a:solidFill>
            <a:srgbClr val="1A2235"/>
          </a:solidFill>
          <a:ln w="1524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960120"/>
            <a:ext cx="2807208" cy="438912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1005840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374136" y="1508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⚛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75888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75888" y="1719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modern web app framework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74136" y="20391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🔌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75888" y="2039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Hook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75888" y="2249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live alerts without page refresh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74136" y="25694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🔄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75888" y="2569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Polling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75888" y="2779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list refreshes every 30 seconds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74136" y="30998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🎨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75888" y="3099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CSS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75888" y="33101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dark design system throughout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08776" y="960120"/>
            <a:ext cx="2807208" cy="3886200"/>
          </a:xfrm>
          <a:prstGeom prst="rect">
            <a:avLst/>
          </a:prstGeom>
          <a:solidFill>
            <a:srgbClr val="1A2235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08776" y="960120"/>
            <a:ext cx="2807208" cy="438912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1005840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318504" y="1508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📧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620256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(SMTP)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20256" y="1719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alert emails to your inbox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18504" y="20391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💬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20256" y="2039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Webhook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20256" y="2249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alerts to your Slack channel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18504" y="25694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📱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620256" y="2569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20256" y="2779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instant Telegram messages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A2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Next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320040" y="914400"/>
            <a:ext cx="4206240" cy="1188720"/>
          </a:xfrm>
          <a:prstGeom prst="rect">
            <a:avLst/>
          </a:prstGeom>
          <a:solidFill>
            <a:srgbClr val="1A2235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976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8408" y="1024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8408" y="13258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login &amp; register — only you can access the dashboard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914400"/>
            <a:ext cx="4206240" cy="1188720"/>
          </a:xfrm>
          <a:prstGeom prst="rect">
            <a:avLst/>
          </a:prstGeom>
          <a:solidFill>
            <a:srgbClr val="1A2235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6460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13248" y="1024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13248" y="13258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entire app — backend + frontend — in one single command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2267712"/>
            <a:ext cx="4206240" cy="1188720"/>
          </a:xfrm>
          <a:prstGeom prst="rect">
            <a:avLst/>
          </a:prstGeom>
          <a:solidFill>
            <a:srgbClr val="1A2235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29768" y="2432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78408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Integration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78408" y="26791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 using Isolation Forest + LSTM neural network wired into live packet analysis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267712"/>
            <a:ext cx="4206240" cy="1188720"/>
          </a:xfrm>
          <a:prstGeom prst="rect">
            <a:avLst/>
          </a:prstGeom>
          <a:solidFill>
            <a:srgbClr val="1A2235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64608" y="2432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13248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Notifications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13248" y="26791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 directly to your phone, even when away from the dashboard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3858768"/>
            <a:ext cx="914400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858768"/>
            <a:ext cx="91440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Security Monitor  —  Keeping Your Network Safe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 Security Monitor</dc:title>
  <dc:subject>PptxGenJS Presentation</dc:subject>
  <dc:creator>WiFi Monitor Project</dc:creator>
  <cp:lastModifiedBy>WiFi Monitor Project</cp:lastModifiedBy>
  <cp:revision>1</cp:revision>
  <dcterms:created xsi:type="dcterms:W3CDTF">2026-04-02T00:56:40Z</dcterms:created>
  <dcterms:modified xsi:type="dcterms:W3CDTF">2026-04-02T00:56:40Z</dcterms:modified>
</cp:coreProperties>
</file>